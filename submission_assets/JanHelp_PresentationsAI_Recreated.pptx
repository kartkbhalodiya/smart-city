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JanHelp: AI-enabled smart city complaint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Presented by Team JanHelp – Led by Kartik Bhalodiya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0744200" cy="2971800"/>
          </a:xfrm>
          <a:prstGeom prst="roundRect">
            <a:avLst/>
          </a:prstGeom>
          <a:solidFill>
            <a:srgbClr val="EEF7FF"/>
          </a:solidFill>
          <a:ln>
            <a:solidFill>
              <a:srgbClr val="D7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/>
            <a:r>
              <a:rPr sz="2800" b="1">
                <a:solidFill>
                  <a:srgbClr val="12253F"/>
                </a:solidFill>
              </a:rPr>
              <a:t>AI-enabled smart city complaint and resolution platform</a:t>
            </a:r>
          </a:p>
          <a:p>
            <a:pPr>
              <a:spcBef>
                <a:spcPts val="1800"/>
              </a:spcBef>
            </a:pPr>
            <a:r>
              <a:rPr sz="1800">
                <a:solidFill>
                  <a:srgbClr val="525F6F"/>
                </a:solidFill>
              </a:rPr>
              <a:t>From citizen report to verified proof, nearest department assignment, tracking, rating, and reopen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Prepared from the public Presentations.ai deck link provided by the user.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Citizens face 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The core problem is the quality of data moving between citizens and the 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Reporting Friction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Manual forms are often long, confusing, and lead to users selecting the wrong issue types.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Data Gaps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Proof photos are frequently missing, fake, or unrelated to the reported civic issue.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Operational Waste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Departments lose critical time identifying issue owners or managing duplicate complaints.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Delayed Action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Inaccurate location details and incomplete descriptions lead to slow response times and eroded citizen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Problem: bad intake data delays real civic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Traditional complaint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†Current manual intake processes create a bottleneck for city services.†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Citizen Intake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Citizens manually select categories, often missing proof or submitting incorrect documentation.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Staff Processing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Staff manually deduplicate records and route complaints through a formal chain of command.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Service Outcomes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Results in slow intake times, low public trust, and significant delays in the city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Problem: bad intake data delays real civic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JanHelp converts civic issues into verified work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JanHelp manages the full journey from the first citizen report to final department accountability.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AI-Assisted Intake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Natural language and AI chat simplify the reporting process for all demographics.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Automated Verification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Image analysis and duplicate detection ensure only high-quality, unique data enters the system.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Smart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The system automatically assigns complaints to departments using GPS and category data.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Full Transparency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Citizens track live status, while city admins monitor department performance on dashboards.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Review and Reopen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If a complaint is not resolved properly, the user can submit a negative review and upload proof to reopen the complaint. If the work is completed successfully, the user can give a higher rating and positive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Use case: turn messy citizen input into clean department-ready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A robust full-stack architecture built for urban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JanHelp utilizes a practical, scalable technology stack to ensure reliability across web and mobile platforms.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874519"/>
          <a:ext cx="1078991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955279"/>
              </a:tblGrid>
              <a:tr h="5791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96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964D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Mobile App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Flutter for Android, iOS, and Web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Backend API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Python Django and Django REST Framework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AI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Google Gemini for image analysis and voice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Database and Media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PostgreSQL plus Cloudinary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Deployment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253F"/>
                          </a:solidFill>
                        </a:rPr>
                        <a:t>DigitalOcean cloud services target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The stack supports mobile intake, verified backend records, cloud media, AI validation, and department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06/15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Designing a friction-free experience for every citizen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Our citizen app focuses on fast reporting with minimum technical knowledge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Seamless Access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High-Precision Data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Live Tracking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Feedback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07/15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Structured manual reporting for user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JanHelp maintains a structured manual form for citizens who prefer direct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Select category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Users choose categories including road, water, electricity, or traffic.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Capture details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Form adapts to gather the necessary subcategory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Validate submission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System verifies all input fields and required proof documentation.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Generate ID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Instantly creates a unique Complaint ID for account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08/15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Conversational AI: Natural to structured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The JanHelp chatbot assists citizens who may not know how to categorize their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Conversational Input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Citizen natural language request, e.g., 'There is dirty water leaking near my street'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Structured Data Output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AI-detected category, urgency level, and confirmation of missing information for department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Use case: turn messy citizen input into clean department-ready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09/15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Voice-call logic for urban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To ensure accessibility for elderly or low-literacy users, JanHelp includes a voice-call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Language selection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Users select their preferred language and speak their issue directly into the application.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AI transcription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The AI model processes the audio input and generates an accurate text transcript.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Record creation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The system creates a final record, automatically extracting category and location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Use case: turn messy citizen input into clean department-ready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10/15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AI image analysis filters out fake complaints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We leverage Google Gemini to improve system trust by validating photo proof before a complaint reaches staff.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Quality Check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The system automatically filters out images that are too dark, blank, or low quality.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Context Analysis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The AI verifies if the image matches the selected complaint type (e.g., confirming photo shows garbage).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Fraud Prevention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Rejects unrelated or fake proof to prevent the system from being clogged with spam.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Valid Proof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Only verified visual data is attached to the final department work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Use case: turn messy citizen input into clean department-ready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11/15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Smart routing assigns complaints to the nearest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JanHelp reduces manual administrative work through intelligent automated routing.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Intelligent Routing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Analyzes complaint categories and GPS location to identify department.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Duplicate Check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Prevents redundant work by checking against active nearby complaints.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Use case: turn messy citizen input into clean department-ready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12/15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Empowering departments with a focused operational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Each city department receives a dedicated dashboard that behaves like a high-velocity work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Queue Management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View all assigned complaints filtered by priority, status, and location.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Verification Review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Check AI-validated proof and GPS markers before deploying field staff.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Progress Tracking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Update stages from "Assigned" to "In-Progress" and finally "Resolved."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Proof of Resolution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Staff must upload resolution proof to mark a complaint as completed.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Impact: clear ownership, measurable status, and stronger accountability.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13/15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Civic intelligence for data-driven city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City admins gain high-level visibility to monitor total complaints, pending work, and department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City Admin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View heatmaps, total complaints, pending complaints, and analytics in one place.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Main Department</a:t>
            </a:r>
          </a:p>
          <a:p>
            <a:pPr>
              <a:spcAft>
                <a:spcPts val="800"/>
              </a:spcAft>
              <a:defRPr sz="1500"/>
            </a:pPr>
            <a:r>
              <a:rPr sz="1500" b="1">
                <a:solidFill>
                  <a:srgbClr val="12253F"/>
                </a:solidFill>
              </a:rPr>
              <a:t>See everything in one place: heatmaps, total complaints, pending complaints, and an advanced analytics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Assigned Dept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The assigned department can only view assigned complaint heatmaps, assigned complaints, and pending complaints.</a:t>
            </a:r>
          </a:p>
          <a:p>
            <a:pPr>
              <a:spcAft>
                <a:spcPts val="800"/>
              </a:spcAft>
              <a:defRPr sz="1500"/>
            </a:pPr>
            <a:r>
              <a:rPr sz="1500" b="1">
                <a:solidFill>
                  <a:srgbClr val="12253F"/>
                </a:solidFill>
              </a:rPr>
              <a:t>City Admin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Impact: clear ownership, measurable status, and stronger accountability.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14/15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Closing the trust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JanHelp ensures accountability long after the initial report is submitted.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Department Accountability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Departments upload official proof of resolution for submitted reports.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Citizen Feedback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Citizens review resolution work and can reopen complaints within a set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Impact: clear ownership, measurable status, and stronger accountability.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384048"/>
            <a:ext cx="1005840" cy="1005840"/>
          </a:xfrm>
          <a:prstGeom prst="ellipse">
            <a:avLst/>
          </a:prstGeom>
          <a:solidFill>
            <a:srgbClr val="E1F0FF"/>
          </a:solidFill>
          <a:ln>
            <a:solidFill>
              <a:srgbClr val="D2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5F6F"/>
                </a:solidFill>
              </a:rPr>
              <a:t>15/15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00">
                <a:solidFill>
                  <a:srgbClr val="12253F"/>
                </a:solidFill>
              </a:rPr>
              <a:t>JanHelp: Building smarter cities through better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F6F"/>
                </a:solidFill>
              </a:rPr>
              <a:t>JanHelp is a practical solution that reduces citizen friction and provides city teams with actionable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Faster Intake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Reduction in reporting time through AI assistance.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Better Quality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Higher proof standards through Google Gemini verification.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Efficiency</a:t>
            </a:r>
          </a:p>
          <a:p>
            <a:pPr>
              <a:spcAft>
                <a:spcPts val="800"/>
              </a:spcAft>
              <a:defRPr sz="1500"/>
            </a:pPr>
            <a:r>
              <a:rPr sz="1500">
                <a:solidFill>
                  <a:srgbClr val="12253F"/>
                </a:solidFill>
              </a:rPr>
              <a:t>Lower duplicate rates and automated nearest-department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lIns="164592" rIns="164592"/>
          <a:lstStyle/>
          <a:p>
            <a:pPr algn="ctr"/>
            <a:r>
              <a:rPr sz="1300">
                <a:solidFill>
                  <a:srgbClr val="525F6F"/>
                </a:solidFill>
              </a:rPr>
              <a:t>Demo flow: report issue -&gt; proof check -&gt; duplicate check -&gt; assign department -&gt; update status -&gt; rating or reopen.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